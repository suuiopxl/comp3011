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0AA99F-3FC0-44CD-97F0-AC2411D812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C40170-7621-43A8-BE60-4EDC37752E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Version Control &amp; CI/CD Practices:</a:t>
          </a:r>
        </a:p>
      </dgm:t>
    </dgm:pt>
    <dgm:pt modelId="{C94DD11D-3BDE-456E-A632-351C392576FD}" type="parTrans" cxnId="{4EBD64A3-5BCE-45C9-B4F3-9977BDA63B8E}">
      <dgm:prSet/>
      <dgm:spPr/>
      <dgm:t>
        <a:bodyPr/>
        <a:lstStyle/>
        <a:p>
          <a:endParaRPr lang="en-US"/>
        </a:p>
      </dgm:t>
    </dgm:pt>
    <dgm:pt modelId="{83EF580F-BC8A-4862-BED5-C4201CDB728D}" type="sibTrans" cxnId="{4EBD64A3-5BCE-45C9-B4F3-9977BDA63B8E}">
      <dgm:prSet/>
      <dgm:spPr/>
      <dgm:t>
        <a:bodyPr/>
        <a:lstStyle/>
        <a:p>
          <a:endParaRPr lang="en-US"/>
        </a:p>
      </dgm:t>
    </dgm:pt>
    <dgm:pt modelId="{93DE8291-E1BE-495A-B576-46D4412C97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Platform:</a:t>
          </a:r>
          <a:r>
            <a:rPr lang="en-US"/>
            <a:t> Git &amp; GitHub.</a:t>
          </a:r>
        </a:p>
      </dgm:t>
    </dgm:pt>
    <dgm:pt modelId="{FBE60D14-4F67-4145-A642-B9C204AD30A0}" type="parTrans" cxnId="{53C005AF-A616-4248-992C-060C4AA994D1}">
      <dgm:prSet/>
      <dgm:spPr/>
      <dgm:t>
        <a:bodyPr/>
        <a:lstStyle/>
        <a:p>
          <a:endParaRPr lang="en-US"/>
        </a:p>
      </dgm:t>
    </dgm:pt>
    <dgm:pt modelId="{C31409F2-8EBA-42BD-917B-EDC9FC702AE2}" type="sibTrans" cxnId="{53C005AF-A616-4248-992C-060C4AA994D1}">
      <dgm:prSet/>
      <dgm:spPr/>
      <dgm:t>
        <a:bodyPr/>
        <a:lstStyle/>
        <a:p>
          <a:endParaRPr lang="en-US"/>
        </a:p>
      </dgm:t>
    </dgm:pt>
    <dgm:pt modelId="{DE5B5314-6C3D-4FE0-B4F1-64309D17A9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Iterative Development Strategy (</a:t>
          </a:r>
          <a:r>
            <a:rPr lang="en-US" b="1" dirty="0"/>
            <a:t>Key Milestones</a:t>
          </a:r>
          <a:r>
            <a:rPr lang="en-US" dirty="0"/>
            <a:t>):</a:t>
          </a:r>
        </a:p>
      </dgm:t>
    </dgm:pt>
    <dgm:pt modelId="{B7951D8F-D1A7-4598-AD40-4BF1041B0E16}" type="parTrans" cxnId="{885B92E6-5ADF-40D2-B1E4-E3AA29C52792}">
      <dgm:prSet/>
      <dgm:spPr/>
      <dgm:t>
        <a:bodyPr/>
        <a:lstStyle/>
        <a:p>
          <a:endParaRPr lang="en-US"/>
        </a:p>
      </dgm:t>
    </dgm:pt>
    <dgm:pt modelId="{E221DAA8-AD17-4969-8658-81BED7DBE666}" type="sibTrans" cxnId="{885B92E6-5ADF-40D2-B1E4-E3AA29C52792}">
      <dgm:prSet/>
      <dgm:spPr/>
      <dgm:t>
        <a:bodyPr/>
        <a:lstStyle/>
        <a:p>
          <a:endParaRPr lang="en-US"/>
        </a:p>
      </dgm:t>
    </dgm:pt>
    <dgm:pt modelId="{FDF91883-0339-4610-8626-9CA18FB06A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Commit 1.2:</a:t>
          </a:r>
          <a:r>
            <a:rPr lang="en-US" dirty="0"/>
            <a:t> Initial DB setup and data ingestion prototype.</a:t>
          </a:r>
        </a:p>
      </dgm:t>
    </dgm:pt>
    <dgm:pt modelId="{11C79051-8F3D-45EA-AC09-4A9313F7BA6B}" type="parTrans" cxnId="{3DEF232E-4B9A-4A64-A16E-ED0290D3028B}">
      <dgm:prSet/>
      <dgm:spPr/>
      <dgm:t>
        <a:bodyPr/>
        <a:lstStyle/>
        <a:p>
          <a:endParaRPr lang="en-US"/>
        </a:p>
      </dgm:t>
    </dgm:pt>
    <dgm:pt modelId="{31ADACD0-A0D4-49D5-BE98-C0860B392900}" type="sibTrans" cxnId="{3DEF232E-4B9A-4A64-A16E-ED0290D3028B}">
      <dgm:prSet/>
      <dgm:spPr/>
      <dgm:t>
        <a:bodyPr/>
        <a:lstStyle/>
        <a:p>
          <a:endParaRPr lang="en-US"/>
        </a:p>
      </dgm:t>
    </dgm:pt>
    <dgm:pt modelId="{9588226C-05E9-4701-8FDB-9D36475D621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i="1" dirty="0"/>
            <a:t>Commit 1.3:</a:t>
          </a:r>
          <a:r>
            <a:rPr lang="fr-FR" dirty="0"/>
            <a:t> </a:t>
          </a:r>
          <a:r>
            <a:rPr lang="fr-FR" dirty="0" err="1"/>
            <a:t>Core</a:t>
          </a:r>
          <a:r>
            <a:rPr lang="fr-FR" dirty="0"/>
            <a:t> CRUD </a:t>
          </a:r>
          <a:r>
            <a:rPr lang="fr-FR" dirty="0" err="1"/>
            <a:t>endpoints</a:t>
          </a:r>
          <a:r>
            <a:rPr lang="fr-FR" dirty="0"/>
            <a:t> </a:t>
          </a:r>
          <a:r>
            <a:rPr lang="fr-FR" dirty="0" err="1"/>
            <a:t>implementation</a:t>
          </a:r>
          <a:r>
            <a:rPr lang="fr-FR" dirty="0"/>
            <a:t>.</a:t>
          </a:r>
          <a:endParaRPr lang="en-US" dirty="0"/>
        </a:p>
      </dgm:t>
    </dgm:pt>
    <dgm:pt modelId="{0C1EB3BE-3817-45E5-9A29-3824E97D5A8C}" type="parTrans" cxnId="{325A05A1-22E6-4DA5-8D8B-E6CD73627646}">
      <dgm:prSet/>
      <dgm:spPr/>
      <dgm:t>
        <a:bodyPr/>
        <a:lstStyle/>
        <a:p>
          <a:endParaRPr lang="en-US"/>
        </a:p>
      </dgm:t>
    </dgm:pt>
    <dgm:pt modelId="{0C8435EC-4797-45F9-9E30-014A9EECA7F0}" type="sibTrans" cxnId="{325A05A1-22E6-4DA5-8D8B-E6CD73627646}">
      <dgm:prSet/>
      <dgm:spPr/>
      <dgm:t>
        <a:bodyPr/>
        <a:lstStyle/>
        <a:p>
          <a:endParaRPr lang="en-US"/>
        </a:p>
      </dgm:t>
    </dgm:pt>
    <dgm:pt modelId="{9D442538-115A-439D-AEBE-83BD1E9619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Commit 1.6&amp;1.7:</a:t>
          </a:r>
          <a:r>
            <a:rPr lang="en-US" dirty="0"/>
            <a:t> Security upgrade (Basic Auth) &amp; automated tests.</a:t>
          </a:r>
        </a:p>
      </dgm:t>
    </dgm:pt>
    <dgm:pt modelId="{1C9ADFCD-76E2-4A92-92CD-981FA1BAC641}" type="parTrans" cxnId="{5F0EB0F5-51F3-43A3-A120-F609324286C0}">
      <dgm:prSet/>
      <dgm:spPr/>
      <dgm:t>
        <a:bodyPr/>
        <a:lstStyle/>
        <a:p>
          <a:endParaRPr lang="en-US"/>
        </a:p>
      </dgm:t>
    </dgm:pt>
    <dgm:pt modelId="{2490C225-C2C1-4F6C-8AFB-4302B89BF311}" type="sibTrans" cxnId="{5F0EB0F5-51F3-43A3-A120-F609324286C0}">
      <dgm:prSet/>
      <dgm:spPr/>
      <dgm:t>
        <a:bodyPr/>
        <a:lstStyle/>
        <a:p>
          <a:endParaRPr lang="en-US"/>
        </a:p>
      </dgm:t>
    </dgm:pt>
    <dgm:pt modelId="{472B0C20-AD62-4403-A39F-FF1D0DE771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Commit 2.0:</a:t>
          </a:r>
          <a:r>
            <a:rPr lang="en-US" dirty="0"/>
            <a:t> Frontend dashboard integration.</a:t>
          </a:r>
        </a:p>
      </dgm:t>
    </dgm:pt>
    <dgm:pt modelId="{24E1BE72-7311-4809-98A8-C2B59E96397C}" type="parTrans" cxnId="{DDF8E5EC-C471-4172-A344-77375A6E32B6}">
      <dgm:prSet/>
      <dgm:spPr/>
      <dgm:t>
        <a:bodyPr/>
        <a:lstStyle/>
        <a:p>
          <a:endParaRPr lang="en-US"/>
        </a:p>
      </dgm:t>
    </dgm:pt>
    <dgm:pt modelId="{0A66918F-47F5-42B4-86A2-0D8339FAB715}" type="sibTrans" cxnId="{DDF8E5EC-C471-4172-A344-77375A6E32B6}">
      <dgm:prSet/>
      <dgm:spPr/>
      <dgm:t>
        <a:bodyPr/>
        <a:lstStyle/>
        <a:p>
          <a:endParaRPr lang="en-US"/>
        </a:p>
      </dgm:t>
    </dgm:pt>
    <dgm:pt modelId="{816625E6-2173-42BB-A56C-C38DCC3D16F6}" type="pres">
      <dgm:prSet presAssocID="{6D0AA99F-3FC0-44CD-97F0-AC2411D812D8}" presName="root" presStyleCnt="0">
        <dgm:presLayoutVars>
          <dgm:dir/>
          <dgm:resizeHandles val="exact"/>
        </dgm:presLayoutVars>
      </dgm:prSet>
      <dgm:spPr/>
    </dgm:pt>
    <dgm:pt modelId="{6E253043-55A3-40C8-B69C-3D4562AD0D88}" type="pres">
      <dgm:prSet presAssocID="{5DC40170-7621-43A8-BE60-4EDC37752E84}" presName="compNode" presStyleCnt="0"/>
      <dgm:spPr/>
    </dgm:pt>
    <dgm:pt modelId="{F06B3148-5747-4480-B4D3-FEEB021386A3}" type="pres">
      <dgm:prSet presAssocID="{5DC40170-7621-43A8-BE60-4EDC37752E84}" presName="bgRect" presStyleLbl="bgShp" presStyleIdx="0" presStyleCnt="7"/>
      <dgm:spPr/>
    </dgm:pt>
    <dgm:pt modelId="{2719B969-FBFD-408B-B90C-32DAC243C771}" type="pres">
      <dgm:prSet presAssocID="{5DC40170-7621-43A8-BE60-4EDC37752E8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齿轮"/>
        </a:ext>
      </dgm:extLst>
    </dgm:pt>
    <dgm:pt modelId="{9444D7FC-59DB-4C1B-AA86-2B8848CCAA24}" type="pres">
      <dgm:prSet presAssocID="{5DC40170-7621-43A8-BE60-4EDC37752E84}" presName="spaceRect" presStyleCnt="0"/>
      <dgm:spPr/>
    </dgm:pt>
    <dgm:pt modelId="{5E779E76-372C-4EBC-A865-755467333822}" type="pres">
      <dgm:prSet presAssocID="{5DC40170-7621-43A8-BE60-4EDC37752E84}" presName="parTx" presStyleLbl="revTx" presStyleIdx="0" presStyleCnt="7">
        <dgm:presLayoutVars>
          <dgm:chMax val="0"/>
          <dgm:chPref val="0"/>
        </dgm:presLayoutVars>
      </dgm:prSet>
      <dgm:spPr/>
    </dgm:pt>
    <dgm:pt modelId="{3D3945A6-5829-4DFC-9FEF-3514F1BFA227}" type="pres">
      <dgm:prSet presAssocID="{83EF580F-BC8A-4862-BED5-C4201CDB728D}" presName="sibTrans" presStyleCnt="0"/>
      <dgm:spPr/>
    </dgm:pt>
    <dgm:pt modelId="{0EB14C44-A067-44B9-B4F2-05E8698D35B4}" type="pres">
      <dgm:prSet presAssocID="{93DE8291-E1BE-495A-B576-46D4412C97B1}" presName="compNode" presStyleCnt="0"/>
      <dgm:spPr/>
    </dgm:pt>
    <dgm:pt modelId="{3D706F23-4F0A-44E5-B3D0-38508F8F36C0}" type="pres">
      <dgm:prSet presAssocID="{93DE8291-E1BE-495A-B576-46D4412C97B1}" presName="bgRect" presStyleLbl="bgShp" presStyleIdx="1" presStyleCnt="7"/>
      <dgm:spPr/>
    </dgm:pt>
    <dgm:pt modelId="{D5EEFBCF-6F3E-4103-AB46-829E8A656171}" type="pres">
      <dgm:prSet presAssocID="{93DE8291-E1BE-495A-B576-46D4412C97B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碎纸机"/>
        </a:ext>
      </dgm:extLst>
    </dgm:pt>
    <dgm:pt modelId="{A861D6D5-A818-4301-8760-D67CBEFE9A94}" type="pres">
      <dgm:prSet presAssocID="{93DE8291-E1BE-495A-B576-46D4412C97B1}" presName="spaceRect" presStyleCnt="0"/>
      <dgm:spPr/>
    </dgm:pt>
    <dgm:pt modelId="{7BD0C19F-668F-44F1-A6E6-C9D046CF1F7C}" type="pres">
      <dgm:prSet presAssocID="{93DE8291-E1BE-495A-B576-46D4412C97B1}" presName="parTx" presStyleLbl="revTx" presStyleIdx="1" presStyleCnt="7">
        <dgm:presLayoutVars>
          <dgm:chMax val="0"/>
          <dgm:chPref val="0"/>
        </dgm:presLayoutVars>
      </dgm:prSet>
      <dgm:spPr/>
    </dgm:pt>
    <dgm:pt modelId="{8EFCBD7C-F0E7-4CDD-A40F-807DF55BA643}" type="pres">
      <dgm:prSet presAssocID="{C31409F2-8EBA-42BD-917B-EDC9FC702AE2}" presName="sibTrans" presStyleCnt="0"/>
      <dgm:spPr/>
    </dgm:pt>
    <dgm:pt modelId="{AE4E3972-B9D1-41D4-8A22-DC1937C6F9BC}" type="pres">
      <dgm:prSet presAssocID="{DE5B5314-6C3D-4FE0-B4F1-64309D17A96A}" presName="compNode" presStyleCnt="0"/>
      <dgm:spPr/>
    </dgm:pt>
    <dgm:pt modelId="{F850CE35-E991-40A9-83B3-A37C0FCF80AE}" type="pres">
      <dgm:prSet presAssocID="{DE5B5314-6C3D-4FE0-B4F1-64309D17A96A}" presName="bgRect" presStyleLbl="bgShp" presStyleIdx="2" presStyleCnt="7"/>
      <dgm:spPr/>
    </dgm:pt>
    <dgm:pt modelId="{35994E94-3688-4816-827B-C602362AB5E8}" type="pres">
      <dgm:prSet presAssocID="{DE5B5314-6C3D-4FE0-B4F1-64309D17A96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重复"/>
        </a:ext>
      </dgm:extLst>
    </dgm:pt>
    <dgm:pt modelId="{93C8444B-6526-48BE-82E6-2A974E7C7472}" type="pres">
      <dgm:prSet presAssocID="{DE5B5314-6C3D-4FE0-B4F1-64309D17A96A}" presName="spaceRect" presStyleCnt="0"/>
      <dgm:spPr/>
    </dgm:pt>
    <dgm:pt modelId="{F5D683A0-3AF3-405D-8DB5-C65365939D8F}" type="pres">
      <dgm:prSet presAssocID="{DE5B5314-6C3D-4FE0-B4F1-64309D17A96A}" presName="parTx" presStyleLbl="revTx" presStyleIdx="2" presStyleCnt="7">
        <dgm:presLayoutVars>
          <dgm:chMax val="0"/>
          <dgm:chPref val="0"/>
        </dgm:presLayoutVars>
      </dgm:prSet>
      <dgm:spPr/>
    </dgm:pt>
    <dgm:pt modelId="{4F631E7D-8240-4F5E-8DD0-26A9E3D48AD3}" type="pres">
      <dgm:prSet presAssocID="{E221DAA8-AD17-4969-8658-81BED7DBE666}" presName="sibTrans" presStyleCnt="0"/>
      <dgm:spPr/>
    </dgm:pt>
    <dgm:pt modelId="{281427E5-2F2D-478F-B358-060E42CB6D21}" type="pres">
      <dgm:prSet presAssocID="{FDF91883-0339-4610-8626-9CA18FB06A38}" presName="compNode" presStyleCnt="0"/>
      <dgm:spPr/>
    </dgm:pt>
    <dgm:pt modelId="{B0C09C51-2AF6-4EC9-9040-1B40E71E4213}" type="pres">
      <dgm:prSet presAssocID="{FDF91883-0339-4610-8626-9CA18FB06A38}" presName="bgRect" presStyleLbl="bgShp" presStyleIdx="3" presStyleCnt="7"/>
      <dgm:spPr/>
    </dgm:pt>
    <dgm:pt modelId="{F9D334B4-42F0-4072-A896-1696A26FDA29}" type="pres">
      <dgm:prSet presAssocID="{FDF91883-0339-4610-8626-9CA18FB06A3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数据库"/>
        </a:ext>
      </dgm:extLst>
    </dgm:pt>
    <dgm:pt modelId="{E846409B-DDF1-47B5-988B-DC8103C7FFBA}" type="pres">
      <dgm:prSet presAssocID="{FDF91883-0339-4610-8626-9CA18FB06A38}" presName="spaceRect" presStyleCnt="0"/>
      <dgm:spPr/>
    </dgm:pt>
    <dgm:pt modelId="{C25E8F4C-5CF5-4C02-BD73-B3F560716E5C}" type="pres">
      <dgm:prSet presAssocID="{FDF91883-0339-4610-8626-9CA18FB06A38}" presName="parTx" presStyleLbl="revTx" presStyleIdx="3" presStyleCnt="7">
        <dgm:presLayoutVars>
          <dgm:chMax val="0"/>
          <dgm:chPref val="0"/>
        </dgm:presLayoutVars>
      </dgm:prSet>
      <dgm:spPr/>
    </dgm:pt>
    <dgm:pt modelId="{A8E12C97-CB41-4682-85D5-9C72ED3987BC}" type="pres">
      <dgm:prSet presAssocID="{31ADACD0-A0D4-49D5-BE98-C0860B392900}" presName="sibTrans" presStyleCnt="0"/>
      <dgm:spPr/>
    </dgm:pt>
    <dgm:pt modelId="{AF8B4691-3F5F-44D6-940B-D18C98F3EA44}" type="pres">
      <dgm:prSet presAssocID="{9588226C-05E9-4701-8FDB-9D36475D6215}" presName="compNode" presStyleCnt="0"/>
      <dgm:spPr/>
    </dgm:pt>
    <dgm:pt modelId="{8E982F8D-5DEF-41A7-8D46-3DB8BC131B8F}" type="pres">
      <dgm:prSet presAssocID="{9588226C-05E9-4701-8FDB-9D36475D6215}" presName="bgRect" presStyleLbl="bgShp" presStyleIdx="4" presStyleCnt="7"/>
      <dgm:spPr/>
    </dgm:pt>
    <dgm:pt modelId="{B6BF699D-049B-4E13-88E0-5D953AA42460}" type="pres">
      <dgm:prSet presAssocID="{9588226C-05E9-4701-8FDB-9D36475D621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复选标记"/>
        </a:ext>
      </dgm:extLst>
    </dgm:pt>
    <dgm:pt modelId="{19622AA2-4364-490D-9825-5887612697A4}" type="pres">
      <dgm:prSet presAssocID="{9588226C-05E9-4701-8FDB-9D36475D6215}" presName="spaceRect" presStyleCnt="0"/>
      <dgm:spPr/>
    </dgm:pt>
    <dgm:pt modelId="{033C4FE4-9F8B-495E-AEFF-61AD64D8363F}" type="pres">
      <dgm:prSet presAssocID="{9588226C-05E9-4701-8FDB-9D36475D6215}" presName="parTx" presStyleLbl="revTx" presStyleIdx="4" presStyleCnt="7">
        <dgm:presLayoutVars>
          <dgm:chMax val="0"/>
          <dgm:chPref val="0"/>
        </dgm:presLayoutVars>
      </dgm:prSet>
      <dgm:spPr/>
    </dgm:pt>
    <dgm:pt modelId="{0A8F2812-9490-438F-8D63-13D5CDC501DD}" type="pres">
      <dgm:prSet presAssocID="{0C8435EC-4797-45F9-9E30-014A9EECA7F0}" presName="sibTrans" presStyleCnt="0"/>
      <dgm:spPr/>
    </dgm:pt>
    <dgm:pt modelId="{CFE1B516-731B-4308-8132-C5D1B5C6D32D}" type="pres">
      <dgm:prSet presAssocID="{9D442538-115A-439D-AEBE-83BD1E961991}" presName="compNode" presStyleCnt="0"/>
      <dgm:spPr/>
    </dgm:pt>
    <dgm:pt modelId="{091F57E4-DC22-459F-9074-DA9D046FAE56}" type="pres">
      <dgm:prSet presAssocID="{9D442538-115A-439D-AEBE-83BD1E961991}" presName="bgRect" presStyleLbl="bgShp" presStyleIdx="5" presStyleCnt="7"/>
      <dgm:spPr/>
    </dgm:pt>
    <dgm:pt modelId="{0B99B558-4F0B-4861-9B3C-B8E152F34C2E}" type="pres">
      <dgm:prSet presAssocID="{9D442538-115A-439D-AEBE-83BD1E96199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程序员"/>
        </a:ext>
      </dgm:extLst>
    </dgm:pt>
    <dgm:pt modelId="{8FEB3720-AE89-4B74-87DE-58854835A663}" type="pres">
      <dgm:prSet presAssocID="{9D442538-115A-439D-AEBE-83BD1E961991}" presName="spaceRect" presStyleCnt="0"/>
      <dgm:spPr/>
    </dgm:pt>
    <dgm:pt modelId="{5F89581B-5AD5-4C91-B83E-5C8AA28C7EDA}" type="pres">
      <dgm:prSet presAssocID="{9D442538-115A-439D-AEBE-83BD1E961991}" presName="parTx" presStyleLbl="revTx" presStyleIdx="5" presStyleCnt="7">
        <dgm:presLayoutVars>
          <dgm:chMax val="0"/>
          <dgm:chPref val="0"/>
        </dgm:presLayoutVars>
      </dgm:prSet>
      <dgm:spPr/>
    </dgm:pt>
    <dgm:pt modelId="{D7A203D0-BE2D-4A7F-8E9B-D0ABE034D42A}" type="pres">
      <dgm:prSet presAssocID="{2490C225-C2C1-4F6C-8AFB-4302B89BF311}" presName="sibTrans" presStyleCnt="0"/>
      <dgm:spPr/>
    </dgm:pt>
    <dgm:pt modelId="{609F86B8-7B1C-4E64-AD55-02DE13D7203C}" type="pres">
      <dgm:prSet presAssocID="{472B0C20-AD62-4403-A39F-FF1D0DE771B4}" presName="compNode" presStyleCnt="0"/>
      <dgm:spPr/>
    </dgm:pt>
    <dgm:pt modelId="{6D9A2381-B046-43F3-8A12-161DC11740B8}" type="pres">
      <dgm:prSet presAssocID="{472B0C20-AD62-4403-A39F-FF1D0DE771B4}" presName="bgRect" presStyleLbl="bgShp" presStyleIdx="6" presStyleCnt="7"/>
      <dgm:spPr/>
    </dgm:pt>
    <dgm:pt modelId="{302FB72B-EF79-4C43-A71F-7F235F8D1E1F}" type="pres">
      <dgm:prSet presAssocID="{472B0C20-AD62-4403-A39F-FF1D0DE771B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799A661-3DAE-48CE-A92F-8A6FF741B455}" type="pres">
      <dgm:prSet presAssocID="{472B0C20-AD62-4403-A39F-FF1D0DE771B4}" presName="spaceRect" presStyleCnt="0"/>
      <dgm:spPr/>
    </dgm:pt>
    <dgm:pt modelId="{CD7F143E-974A-41CA-A5A5-9CD0B78982E4}" type="pres">
      <dgm:prSet presAssocID="{472B0C20-AD62-4403-A39F-FF1D0DE771B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DEF232E-4B9A-4A64-A16E-ED0290D3028B}" srcId="{6D0AA99F-3FC0-44CD-97F0-AC2411D812D8}" destId="{FDF91883-0339-4610-8626-9CA18FB06A38}" srcOrd="3" destOrd="0" parTransId="{11C79051-8F3D-45EA-AC09-4A9313F7BA6B}" sibTransId="{31ADACD0-A0D4-49D5-BE98-C0860B392900}"/>
    <dgm:cxn modelId="{2C34782E-5F48-4E49-AD70-38E70D4760A0}" type="presOf" srcId="{472B0C20-AD62-4403-A39F-FF1D0DE771B4}" destId="{CD7F143E-974A-41CA-A5A5-9CD0B78982E4}" srcOrd="0" destOrd="0" presId="urn:microsoft.com/office/officeart/2018/2/layout/IconVerticalSolidList"/>
    <dgm:cxn modelId="{560B5C93-B053-465A-B02C-103EDDB4EDE5}" type="presOf" srcId="{FDF91883-0339-4610-8626-9CA18FB06A38}" destId="{C25E8F4C-5CF5-4C02-BD73-B3F560716E5C}" srcOrd="0" destOrd="0" presId="urn:microsoft.com/office/officeart/2018/2/layout/IconVerticalSolidList"/>
    <dgm:cxn modelId="{BAD8B493-2411-4A56-9850-893B2EA6BBEF}" type="presOf" srcId="{93DE8291-E1BE-495A-B576-46D4412C97B1}" destId="{7BD0C19F-668F-44F1-A6E6-C9D046CF1F7C}" srcOrd="0" destOrd="0" presId="urn:microsoft.com/office/officeart/2018/2/layout/IconVerticalSolidList"/>
    <dgm:cxn modelId="{FB4A8998-811A-42C2-B28D-F4D639EDFCCF}" type="presOf" srcId="{9588226C-05E9-4701-8FDB-9D36475D6215}" destId="{033C4FE4-9F8B-495E-AEFF-61AD64D8363F}" srcOrd="0" destOrd="0" presId="urn:microsoft.com/office/officeart/2018/2/layout/IconVerticalSolidList"/>
    <dgm:cxn modelId="{325A05A1-22E6-4DA5-8D8B-E6CD73627646}" srcId="{6D0AA99F-3FC0-44CD-97F0-AC2411D812D8}" destId="{9588226C-05E9-4701-8FDB-9D36475D6215}" srcOrd="4" destOrd="0" parTransId="{0C1EB3BE-3817-45E5-9A29-3824E97D5A8C}" sibTransId="{0C8435EC-4797-45F9-9E30-014A9EECA7F0}"/>
    <dgm:cxn modelId="{4EBD64A3-5BCE-45C9-B4F3-9977BDA63B8E}" srcId="{6D0AA99F-3FC0-44CD-97F0-AC2411D812D8}" destId="{5DC40170-7621-43A8-BE60-4EDC37752E84}" srcOrd="0" destOrd="0" parTransId="{C94DD11D-3BDE-456E-A632-351C392576FD}" sibTransId="{83EF580F-BC8A-4862-BED5-C4201CDB728D}"/>
    <dgm:cxn modelId="{53C005AF-A616-4248-992C-060C4AA994D1}" srcId="{6D0AA99F-3FC0-44CD-97F0-AC2411D812D8}" destId="{93DE8291-E1BE-495A-B576-46D4412C97B1}" srcOrd="1" destOrd="0" parTransId="{FBE60D14-4F67-4145-A642-B9C204AD30A0}" sibTransId="{C31409F2-8EBA-42BD-917B-EDC9FC702AE2}"/>
    <dgm:cxn modelId="{41717AC4-ED9C-4611-808D-EE9FC5803E21}" type="presOf" srcId="{6D0AA99F-3FC0-44CD-97F0-AC2411D812D8}" destId="{816625E6-2173-42BB-A56C-C38DCC3D16F6}" srcOrd="0" destOrd="0" presId="urn:microsoft.com/office/officeart/2018/2/layout/IconVerticalSolidList"/>
    <dgm:cxn modelId="{972C2FC5-D50A-4131-ACD3-6046EFB9066F}" type="presOf" srcId="{DE5B5314-6C3D-4FE0-B4F1-64309D17A96A}" destId="{F5D683A0-3AF3-405D-8DB5-C65365939D8F}" srcOrd="0" destOrd="0" presId="urn:microsoft.com/office/officeart/2018/2/layout/IconVerticalSolidList"/>
    <dgm:cxn modelId="{8D25EDC7-42A9-4FD8-9912-9FB8E8C71F6F}" type="presOf" srcId="{5DC40170-7621-43A8-BE60-4EDC37752E84}" destId="{5E779E76-372C-4EBC-A865-755467333822}" srcOrd="0" destOrd="0" presId="urn:microsoft.com/office/officeart/2018/2/layout/IconVerticalSolidList"/>
    <dgm:cxn modelId="{885B92E6-5ADF-40D2-B1E4-E3AA29C52792}" srcId="{6D0AA99F-3FC0-44CD-97F0-AC2411D812D8}" destId="{DE5B5314-6C3D-4FE0-B4F1-64309D17A96A}" srcOrd="2" destOrd="0" parTransId="{B7951D8F-D1A7-4598-AD40-4BF1041B0E16}" sibTransId="{E221DAA8-AD17-4969-8658-81BED7DBE666}"/>
    <dgm:cxn modelId="{DDF8E5EC-C471-4172-A344-77375A6E32B6}" srcId="{6D0AA99F-3FC0-44CD-97F0-AC2411D812D8}" destId="{472B0C20-AD62-4403-A39F-FF1D0DE771B4}" srcOrd="6" destOrd="0" parTransId="{24E1BE72-7311-4809-98A8-C2B59E96397C}" sibTransId="{0A66918F-47F5-42B4-86A2-0D8339FAB715}"/>
    <dgm:cxn modelId="{7B8165EE-FC5C-44CF-915E-113FC17752DD}" type="presOf" srcId="{9D442538-115A-439D-AEBE-83BD1E961991}" destId="{5F89581B-5AD5-4C91-B83E-5C8AA28C7EDA}" srcOrd="0" destOrd="0" presId="urn:microsoft.com/office/officeart/2018/2/layout/IconVerticalSolidList"/>
    <dgm:cxn modelId="{5F0EB0F5-51F3-43A3-A120-F609324286C0}" srcId="{6D0AA99F-3FC0-44CD-97F0-AC2411D812D8}" destId="{9D442538-115A-439D-AEBE-83BD1E961991}" srcOrd="5" destOrd="0" parTransId="{1C9ADFCD-76E2-4A92-92CD-981FA1BAC641}" sibTransId="{2490C225-C2C1-4F6C-8AFB-4302B89BF311}"/>
    <dgm:cxn modelId="{FA6338DA-C87E-4908-8F2F-5661779AA62F}" type="presParOf" srcId="{816625E6-2173-42BB-A56C-C38DCC3D16F6}" destId="{6E253043-55A3-40C8-B69C-3D4562AD0D88}" srcOrd="0" destOrd="0" presId="urn:microsoft.com/office/officeart/2018/2/layout/IconVerticalSolidList"/>
    <dgm:cxn modelId="{062F4377-DD78-4826-B35F-285EBCDEDFE3}" type="presParOf" srcId="{6E253043-55A3-40C8-B69C-3D4562AD0D88}" destId="{F06B3148-5747-4480-B4D3-FEEB021386A3}" srcOrd="0" destOrd="0" presId="urn:microsoft.com/office/officeart/2018/2/layout/IconVerticalSolidList"/>
    <dgm:cxn modelId="{711F7A23-D630-4110-8405-811DCB770DB3}" type="presParOf" srcId="{6E253043-55A3-40C8-B69C-3D4562AD0D88}" destId="{2719B969-FBFD-408B-B90C-32DAC243C771}" srcOrd="1" destOrd="0" presId="urn:microsoft.com/office/officeart/2018/2/layout/IconVerticalSolidList"/>
    <dgm:cxn modelId="{FFA5B8A3-3FBA-4814-9E13-C3F20244A021}" type="presParOf" srcId="{6E253043-55A3-40C8-B69C-3D4562AD0D88}" destId="{9444D7FC-59DB-4C1B-AA86-2B8848CCAA24}" srcOrd="2" destOrd="0" presId="urn:microsoft.com/office/officeart/2018/2/layout/IconVerticalSolidList"/>
    <dgm:cxn modelId="{3C0EBCCC-95CA-463C-979F-67F42B50F41A}" type="presParOf" srcId="{6E253043-55A3-40C8-B69C-3D4562AD0D88}" destId="{5E779E76-372C-4EBC-A865-755467333822}" srcOrd="3" destOrd="0" presId="urn:microsoft.com/office/officeart/2018/2/layout/IconVerticalSolidList"/>
    <dgm:cxn modelId="{43C08DE2-D013-434F-9981-5E9C5C1F9386}" type="presParOf" srcId="{816625E6-2173-42BB-A56C-C38DCC3D16F6}" destId="{3D3945A6-5829-4DFC-9FEF-3514F1BFA227}" srcOrd="1" destOrd="0" presId="urn:microsoft.com/office/officeart/2018/2/layout/IconVerticalSolidList"/>
    <dgm:cxn modelId="{7FC52301-D5CD-4D13-99C1-58DCB2AE5619}" type="presParOf" srcId="{816625E6-2173-42BB-A56C-C38DCC3D16F6}" destId="{0EB14C44-A067-44B9-B4F2-05E8698D35B4}" srcOrd="2" destOrd="0" presId="urn:microsoft.com/office/officeart/2018/2/layout/IconVerticalSolidList"/>
    <dgm:cxn modelId="{2F4CC188-CE06-42AF-8345-1C404F4B4699}" type="presParOf" srcId="{0EB14C44-A067-44B9-B4F2-05E8698D35B4}" destId="{3D706F23-4F0A-44E5-B3D0-38508F8F36C0}" srcOrd="0" destOrd="0" presId="urn:microsoft.com/office/officeart/2018/2/layout/IconVerticalSolidList"/>
    <dgm:cxn modelId="{A8A39C33-E87B-44BB-80F9-ABC9BC5DD27A}" type="presParOf" srcId="{0EB14C44-A067-44B9-B4F2-05E8698D35B4}" destId="{D5EEFBCF-6F3E-4103-AB46-829E8A656171}" srcOrd="1" destOrd="0" presId="urn:microsoft.com/office/officeart/2018/2/layout/IconVerticalSolidList"/>
    <dgm:cxn modelId="{A37916D0-F94F-4D21-8650-8B3C948645EF}" type="presParOf" srcId="{0EB14C44-A067-44B9-B4F2-05E8698D35B4}" destId="{A861D6D5-A818-4301-8760-D67CBEFE9A94}" srcOrd="2" destOrd="0" presId="urn:microsoft.com/office/officeart/2018/2/layout/IconVerticalSolidList"/>
    <dgm:cxn modelId="{4D0E62F4-54DA-40CD-94DB-CBDEC56E6912}" type="presParOf" srcId="{0EB14C44-A067-44B9-B4F2-05E8698D35B4}" destId="{7BD0C19F-668F-44F1-A6E6-C9D046CF1F7C}" srcOrd="3" destOrd="0" presId="urn:microsoft.com/office/officeart/2018/2/layout/IconVerticalSolidList"/>
    <dgm:cxn modelId="{E310DB41-CE25-4291-8296-B2136C67D007}" type="presParOf" srcId="{816625E6-2173-42BB-A56C-C38DCC3D16F6}" destId="{8EFCBD7C-F0E7-4CDD-A40F-807DF55BA643}" srcOrd="3" destOrd="0" presId="urn:microsoft.com/office/officeart/2018/2/layout/IconVerticalSolidList"/>
    <dgm:cxn modelId="{24BE85F0-25C9-4749-A8F6-BB27E73B8220}" type="presParOf" srcId="{816625E6-2173-42BB-A56C-C38DCC3D16F6}" destId="{AE4E3972-B9D1-41D4-8A22-DC1937C6F9BC}" srcOrd="4" destOrd="0" presId="urn:microsoft.com/office/officeart/2018/2/layout/IconVerticalSolidList"/>
    <dgm:cxn modelId="{57F8601A-B001-4862-B9B0-E60E6322DB29}" type="presParOf" srcId="{AE4E3972-B9D1-41D4-8A22-DC1937C6F9BC}" destId="{F850CE35-E991-40A9-83B3-A37C0FCF80AE}" srcOrd="0" destOrd="0" presId="urn:microsoft.com/office/officeart/2018/2/layout/IconVerticalSolidList"/>
    <dgm:cxn modelId="{E66FA9B8-9C33-42B5-81AF-2B0C21A5125A}" type="presParOf" srcId="{AE4E3972-B9D1-41D4-8A22-DC1937C6F9BC}" destId="{35994E94-3688-4816-827B-C602362AB5E8}" srcOrd="1" destOrd="0" presId="urn:microsoft.com/office/officeart/2018/2/layout/IconVerticalSolidList"/>
    <dgm:cxn modelId="{96EA6CD0-98AC-4599-97A3-C83E36AF50BF}" type="presParOf" srcId="{AE4E3972-B9D1-41D4-8A22-DC1937C6F9BC}" destId="{93C8444B-6526-48BE-82E6-2A974E7C7472}" srcOrd="2" destOrd="0" presId="urn:microsoft.com/office/officeart/2018/2/layout/IconVerticalSolidList"/>
    <dgm:cxn modelId="{59157A03-8089-4E02-90F8-CDAF79CAD598}" type="presParOf" srcId="{AE4E3972-B9D1-41D4-8A22-DC1937C6F9BC}" destId="{F5D683A0-3AF3-405D-8DB5-C65365939D8F}" srcOrd="3" destOrd="0" presId="urn:microsoft.com/office/officeart/2018/2/layout/IconVerticalSolidList"/>
    <dgm:cxn modelId="{4174240E-3A8D-40D3-9185-61A60FDE4541}" type="presParOf" srcId="{816625E6-2173-42BB-A56C-C38DCC3D16F6}" destId="{4F631E7D-8240-4F5E-8DD0-26A9E3D48AD3}" srcOrd="5" destOrd="0" presId="urn:microsoft.com/office/officeart/2018/2/layout/IconVerticalSolidList"/>
    <dgm:cxn modelId="{7C17CD18-AAAB-4064-962E-E270D25B0416}" type="presParOf" srcId="{816625E6-2173-42BB-A56C-C38DCC3D16F6}" destId="{281427E5-2F2D-478F-B358-060E42CB6D21}" srcOrd="6" destOrd="0" presId="urn:microsoft.com/office/officeart/2018/2/layout/IconVerticalSolidList"/>
    <dgm:cxn modelId="{C22A14EC-3990-4672-84F3-B2DE4D3E46A6}" type="presParOf" srcId="{281427E5-2F2D-478F-B358-060E42CB6D21}" destId="{B0C09C51-2AF6-4EC9-9040-1B40E71E4213}" srcOrd="0" destOrd="0" presId="urn:microsoft.com/office/officeart/2018/2/layout/IconVerticalSolidList"/>
    <dgm:cxn modelId="{9661C345-6AC8-4CF4-B557-5DF1683FD6BD}" type="presParOf" srcId="{281427E5-2F2D-478F-B358-060E42CB6D21}" destId="{F9D334B4-42F0-4072-A896-1696A26FDA29}" srcOrd="1" destOrd="0" presId="urn:microsoft.com/office/officeart/2018/2/layout/IconVerticalSolidList"/>
    <dgm:cxn modelId="{B59CFAA3-8EE5-4854-AD7E-0472413FD535}" type="presParOf" srcId="{281427E5-2F2D-478F-B358-060E42CB6D21}" destId="{E846409B-DDF1-47B5-988B-DC8103C7FFBA}" srcOrd="2" destOrd="0" presId="urn:microsoft.com/office/officeart/2018/2/layout/IconVerticalSolidList"/>
    <dgm:cxn modelId="{658682FD-6FA6-4F94-B4A1-7697EC9C238B}" type="presParOf" srcId="{281427E5-2F2D-478F-B358-060E42CB6D21}" destId="{C25E8F4C-5CF5-4C02-BD73-B3F560716E5C}" srcOrd="3" destOrd="0" presId="urn:microsoft.com/office/officeart/2018/2/layout/IconVerticalSolidList"/>
    <dgm:cxn modelId="{75DDD7EE-0390-438C-AC58-17156A6A0AC3}" type="presParOf" srcId="{816625E6-2173-42BB-A56C-C38DCC3D16F6}" destId="{A8E12C97-CB41-4682-85D5-9C72ED3987BC}" srcOrd="7" destOrd="0" presId="urn:microsoft.com/office/officeart/2018/2/layout/IconVerticalSolidList"/>
    <dgm:cxn modelId="{EA57390E-71A6-4FA8-8B7F-B95F770F9D98}" type="presParOf" srcId="{816625E6-2173-42BB-A56C-C38DCC3D16F6}" destId="{AF8B4691-3F5F-44D6-940B-D18C98F3EA44}" srcOrd="8" destOrd="0" presId="urn:microsoft.com/office/officeart/2018/2/layout/IconVerticalSolidList"/>
    <dgm:cxn modelId="{C2FEC6CB-D60B-4291-8F62-3D773D9D7C5E}" type="presParOf" srcId="{AF8B4691-3F5F-44D6-940B-D18C98F3EA44}" destId="{8E982F8D-5DEF-41A7-8D46-3DB8BC131B8F}" srcOrd="0" destOrd="0" presId="urn:microsoft.com/office/officeart/2018/2/layout/IconVerticalSolidList"/>
    <dgm:cxn modelId="{A0FC4EAA-B6B6-447B-86DD-66D93F91B405}" type="presParOf" srcId="{AF8B4691-3F5F-44D6-940B-D18C98F3EA44}" destId="{B6BF699D-049B-4E13-88E0-5D953AA42460}" srcOrd="1" destOrd="0" presId="urn:microsoft.com/office/officeart/2018/2/layout/IconVerticalSolidList"/>
    <dgm:cxn modelId="{3775F30F-3834-4598-B688-0F9574BCD33A}" type="presParOf" srcId="{AF8B4691-3F5F-44D6-940B-D18C98F3EA44}" destId="{19622AA2-4364-490D-9825-5887612697A4}" srcOrd="2" destOrd="0" presId="urn:microsoft.com/office/officeart/2018/2/layout/IconVerticalSolidList"/>
    <dgm:cxn modelId="{306BC085-2B15-4B59-A9AB-E711CA08F4DC}" type="presParOf" srcId="{AF8B4691-3F5F-44D6-940B-D18C98F3EA44}" destId="{033C4FE4-9F8B-495E-AEFF-61AD64D8363F}" srcOrd="3" destOrd="0" presId="urn:microsoft.com/office/officeart/2018/2/layout/IconVerticalSolidList"/>
    <dgm:cxn modelId="{08A43A16-731B-4C07-83D9-63E1977EF0CF}" type="presParOf" srcId="{816625E6-2173-42BB-A56C-C38DCC3D16F6}" destId="{0A8F2812-9490-438F-8D63-13D5CDC501DD}" srcOrd="9" destOrd="0" presId="urn:microsoft.com/office/officeart/2018/2/layout/IconVerticalSolidList"/>
    <dgm:cxn modelId="{DFCB1065-2B1C-4551-8E9D-44D7B709A9AC}" type="presParOf" srcId="{816625E6-2173-42BB-A56C-C38DCC3D16F6}" destId="{CFE1B516-731B-4308-8132-C5D1B5C6D32D}" srcOrd="10" destOrd="0" presId="urn:microsoft.com/office/officeart/2018/2/layout/IconVerticalSolidList"/>
    <dgm:cxn modelId="{F2C71463-8BD7-4DCB-BB1B-37EDE8AB5FC5}" type="presParOf" srcId="{CFE1B516-731B-4308-8132-C5D1B5C6D32D}" destId="{091F57E4-DC22-459F-9074-DA9D046FAE56}" srcOrd="0" destOrd="0" presId="urn:microsoft.com/office/officeart/2018/2/layout/IconVerticalSolidList"/>
    <dgm:cxn modelId="{3FF70974-9523-4D1E-80BF-6805394AC4C7}" type="presParOf" srcId="{CFE1B516-731B-4308-8132-C5D1B5C6D32D}" destId="{0B99B558-4F0B-4861-9B3C-B8E152F34C2E}" srcOrd="1" destOrd="0" presId="urn:microsoft.com/office/officeart/2018/2/layout/IconVerticalSolidList"/>
    <dgm:cxn modelId="{16BEA622-E5C5-4A95-868D-9CB92A401F86}" type="presParOf" srcId="{CFE1B516-731B-4308-8132-C5D1B5C6D32D}" destId="{8FEB3720-AE89-4B74-87DE-58854835A663}" srcOrd="2" destOrd="0" presId="urn:microsoft.com/office/officeart/2018/2/layout/IconVerticalSolidList"/>
    <dgm:cxn modelId="{412DC5A6-B6C4-418B-9933-5C0966D8CD1D}" type="presParOf" srcId="{CFE1B516-731B-4308-8132-C5D1B5C6D32D}" destId="{5F89581B-5AD5-4C91-B83E-5C8AA28C7EDA}" srcOrd="3" destOrd="0" presId="urn:microsoft.com/office/officeart/2018/2/layout/IconVerticalSolidList"/>
    <dgm:cxn modelId="{774FA694-3141-458B-BAC6-8EEA81252415}" type="presParOf" srcId="{816625E6-2173-42BB-A56C-C38DCC3D16F6}" destId="{D7A203D0-BE2D-4A7F-8E9B-D0ABE034D42A}" srcOrd="11" destOrd="0" presId="urn:microsoft.com/office/officeart/2018/2/layout/IconVerticalSolidList"/>
    <dgm:cxn modelId="{73109C9B-6DE3-476A-B2EC-A64C9DBBC877}" type="presParOf" srcId="{816625E6-2173-42BB-A56C-C38DCC3D16F6}" destId="{609F86B8-7B1C-4E64-AD55-02DE13D7203C}" srcOrd="12" destOrd="0" presId="urn:microsoft.com/office/officeart/2018/2/layout/IconVerticalSolidList"/>
    <dgm:cxn modelId="{DF4F342D-4C60-4BC2-A099-C600951A99D9}" type="presParOf" srcId="{609F86B8-7B1C-4E64-AD55-02DE13D7203C}" destId="{6D9A2381-B046-43F3-8A12-161DC11740B8}" srcOrd="0" destOrd="0" presId="urn:microsoft.com/office/officeart/2018/2/layout/IconVerticalSolidList"/>
    <dgm:cxn modelId="{78A4C921-0677-4EA6-92C4-C8B71A33A07C}" type="presParOf" srcId="{609F86B8-7B1C-4E64-AD55-02DE13D7203C}" destId="{302FB72B-EF79-4C43-A71F-7F235F8D1E1F}" srcOrd="1" destOrd="0" presId="urn:microsoft.com/office/officeart/2018/2/layout/IconVerticalSolidList"/>
    <dgm:cxn modelId="{E2ECF7C5-3A42-4274-932F-55A3DDEF0B49}" type="presParOf" srcId="{609F86B8-7B1C-4E64-AD55-02DE13D7203C}" destId="{5799A661-3DAE-48CE-A92F-8A6FF741B455}" srcOrd="2" destOrd="0" presId="urn:microsoft.com/office/officeart/2018/2/layout/IconVerticalSolidList"/>
    <dgm:cxn modelId="{252AAF40-36B5-442B-BFE3-753866E8E3B6}" type="presParOf" srcId="{609F86B8-7B1C-4E64-AD55-02DE13D7203C}" destId="{CD7F143E-974A-41CA-A5A5-9CD0B78982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B3148-5747-4480-B4D3-FEEB021386A3}">
      <dsp:nvSpPr>
        <dsp:cNvPr id="0" name=""/>
        <dsp:cNvSpPr/>
      </dsp:nvSpPr>
      <dsp:spPr>
        <a:xfrm>
          <a:off x="0" y="2242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9B969-FBFD-408B-B90C-32DAC243C771}">
      <dsp:nvSpPr>
        <dsp:cNvPr id="0" name=""/>
        <dsp:cNvSpPr/>
      </dsp:nvSpPr>
      <dsp:spPr>
        <a:xfrm>
          <a:off x="114002" y="87037"/>
          <a:ext cx="207479" cy="2072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79E76-372C-4EBC-A865-755467333822}">
      <dsp:nvSpPr>
        <dsp:cNvPr id="0" name=""/>
        <dsp:cNvSpPr/>
      </dsp:nvSpPr>
      <dsp:spPr>
        <a:xfrm>
          <a:off x="435483" y="2242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Version Control &amp; CI/CD Practices:</a:t>
          </a:r>
        </a:p>
      </dsp:txBody>
      <dsp:txXfrm>
        <a:off x="435483" y="2242"/>
        <a:ext cx="4829023" cy="459305"/>
      </dsp:txXfrm>
    </dsp:sp>
    <dsp:sp modelId="{3D706F23-4F0A-44E5-B3D0-38508F8F36C0}">
      <dsp:nvSpPr>
        <dsp:cNvPr id="0" name=""/>
        <dsp:cNvSpPr/>
      </dsp:nvSpPr>
      <dsp:spPr>
        <a:xfrm>
          <a:off x="0" y="576374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EFBCF-6F3E-4103-AB46-829E8A656171}">
      <dsp:nvSpPr>
        <dsp:cNvPr id="0" name=""/>
        <dsp:cNvSpPr/>
      </dsp:nvSpPr>
      <dsp:spPr>
        <a:xfrm>
          <a:off x="114002" y="661169"/>
          <a:ext cx="207479" cy="2072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0C19F-668F-44F1-A6E6-C9D046CF1F7C}">
      <dsp:nvSpPr>
        <dsp:cNvPr id="0" name=""/>
        <dsp:cNvSpPr/>
      </dsp:nvSpPr>
      <dsp:spPr>
        <a:xfrm>
          <a:off x="435483" y="576374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Platform:</a:t>
          </a:r>
          <a:r>
            <a:rPr lang="en-US" sz="1400" kern="1200"/>
            <a:t> Git &amp; GitHub.</a:t>
          </a:r>
        </a:p>
      </dsp:txBody>
      <dsp:txXfrm>
        <a:off x="435483" y="576374"/>
        <a:ext cx="4829023" cy="459305"/>
      </dsp:txXfrm>
    </dsp:sp>
    <dsp:sp modelId="{F850CE35-E991-40A9-83B3-A37C0FCF80AE}">
      <dsp:nvSpPr>
        <dsp:cNvPr id="0" name=""/>
        <dsp:cNvSpPr/>
      </dsp:nvSpPr>
      <dsp:spPr>
        <a:xfrm>
          <a:off x="0" y="1150507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94E94-3688-4816-827B-C602362AB5E8}">
      <dsp:nvSpPr>
        <dsp:cNvPr id="0" name=""/>
        <dsp:cNvSpPr/>
      </dsp:nvSpPr>
      <dsp:spPr>
        <a:xfrm>
          <a:off x="114002" y="1235302"/>
          <a:ext cx="207479" cy="2072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683A0-3AF3-405D-8DB5-C65365939D8F}">
      <dsp:nvSpPr>
        <dsp:cNvPr id="0" name=""/>
        <dsp:cNvSpPr/>
      </dsp:nvSpPr>
      <dsp:spPr>
        <a:xfrm>
          <a:off x="435483" y="1150507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Iterative Development Strategy (</a:t>
          </a:r>
          <a:r>
            <a:rPr lang="en-US" sz="1400" b="1" kern="1200" dirty="0"/>
            <a:t>Key Milestones</a:t>
          </a:r>
          <a:r>
            <a:rPr lang="en-US" sz="1400" kern="1200" dirty="0"/>
            <a:t>):</a:t>
          </a:r>
        </a:p>
      </dsp:txBody>
      <dsp:txXfrm>
        <a:off x="435483" y="1150507"/>
        <a:ext cx="4829023" cy="459305"/>
      </dsp:txXfrm>
    </dsp:sp>
    <dsp:sp modelId="{B0C09C51-2AF6-4EC9-9040-1B40E71E4213}">
      <dsp:nvSpPr>
        <dsp:cNvPr id="0" name=""/>
        <dsp:cNvSpPr/>
      </dsp:nvSpPr>
      <dsp:spPr>
        <a:xfrm>
          <a:off x="0" y="1724639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334B4-42F0-4072-A896-1696A26FDA29}">
      <dsp:nvSpPr>
        <dsp:cNvPr id="0" name=""/>
        <dsp:cNvSpPr/>
      </dsp:nvSpPr>
      <dsp:spPr>
        <a:xfrm>
          <a:off x="114002" y="1809434"/>
          <a:ext cx="207479" cy="2072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E8F4C-5CF5-4C02-BD73-B3F560716E5C}">
      <dsp:nvSpPr>
        <dsp:cNvPr id="0" name=""/>
        <dsp:cNvSpPr/>
      </dsp:nvSpPr>
      <dsp:spPr>
        <a:xfrm>
          <a:off x="435483" y="1724639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Commit 1.2:</a:t>
          </a:r>
          <a:r>
            <a:rPr lang="en-US" sz="1400" kern="1200" dirty="0"/>
            <a:t> Initial DB setup and data ingestion prototype.</a:t>
          </a:r>
        </a:p>
      </dsp:txBody>
      <dsp:txXfrm>
        <a:off x="435483" y="1724639"/>
        <a:ext cx="4829023" cy="459305"/>
      </dsp:txXfrm>
    </dsp:sp>
    <dsp:sp modelId="{8E982F8D-5DEF-41A7-8D46-3DB8BC131B8F}">
      <dsp:nvSpPr>
        <dsp:cNvPr id="0" name=""/>
        <dsp:cNvSpPr/>
      </dsp:nvSpPr>
      <dsp:spPr>
        <a:xfrm>
          <a:off x="0" y="2298771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F699D-049B-4E13-88E0-5D953AA42460}">
      <dsp:nvSpPr>
        <dsp:cNvPr id="0" name=""/>
        <dsp:cNvSpPr/>
      </dsp:nvSpPr>
      <dsp:spPr>
        <a:xfrm>
          <a:off x="114002" y="2383566"/>
          <a:ext cx="207479" cy="2072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C4FE4-9F8B-495E-AEFF-61AD64D8363F}">
      <dsp:nvSpPr>
        <dsp:cNvPr id="0" name=""/>
        <dsp:cNvSpPr/>
      </dsp:nvSpPr>
      <dsp:spPr>
        <a:xfrm>
          <a:off x="435483" y="2298771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i="1" kern="1200" dirty="0"/>
            <a:t>Commit 1.3:</a:t>
          </a:r>
          <a:r>
            <a:rPr lang="fr-FR" sz="1400" kern="1200" dirty="0"/>
            <a:t> </a:t>
          </a:r>
          <a:r>
            <a:rPr lang="fr-FR" sz="1400" kern="1200" dirty="0" err="1"/>
            <a:t>Core</a:t>
          </a:r>
          <a:r>
            <a:rPr lang="fr-FR" sz="1400" kern="1200" dirty="0"/>
            <a:t> CRUD </a:t>
          </a:r>
          <a:r>
            <a:rPr lang="fr-FR" sz="1400" kern="1200" dirty="0" err="1"/>
            <a:t>endpoints</a:t>
          </a:r>
          <a:r>
            <a:rPr lang="fr-FR" sz="1400" kern="1200" dirty="0"/>
            <a:t> </a:t>
          </a:r>
          <a:r>
            <a:rPr lang="fr-FR" sz="1400" kern="1200" dirty="0" err="1"/>
            <a:t>implementation</a:t>
          </a:r>
          <a:r>
            <a:rPr lang="fr-FR" sz="1400" kern="1200" dirty="0"/>
            <a:t>.</a:t>
          </a:r>
          <a:endParaRPr lang="en-US" sz="1400" kern="1200" dirty="0"/>
        </a:p>
      </dsp:txBody>
      <dsp:txXfrm>
        <a:off x="435483" y="2298771"/>
        <a:ext cx="4829023" cy="459305"/>
      </dsp:txXfrm>
    </dsp:sp>
    <dsp:sp modelId="{091F57E4-DC22-459F-9074-DA9D046FAE56}">
      <dsp:nvSpPr>
        <dsp:cNvPr id="0" name=""/>
        <dsp:cNvSpPr/>
      </dsp:nvSpPr>
      <dsp:spPr>
        <a:xfrm>
          <a:off x="0" y="2872904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9B558-4F0B-4861-9B3C-B8E152F34C2E}">
      <dsp:nvSpPr>
        <dsp:cNvPr id="0" name=""/>
        <dsp:cNvSpPr/>
      </dsp:nvSpPr>
      <dsp:spPr>
        <a:xfrm>
          <a:off x="114002" y="2957699"/>
          <a:ext cx="207479" cy="2072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9581B-5AD5-4C91-B83E-5C8AA28C7EDA}">
      <dsp:nvSpPr>
        <dsp:cNvPr id="0" name=""/>
        <dsp:cNvSpPr/>
      </dsp:nvSpPr>
      <dsp:spPr>
        <a:xfrm>
          <a:off x="435483" y="2872904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Commit 1.6&amp;1.7:</a:t>
          </a:r>
          <a:r>
            <a:rPr lang="en-US" sz="1400" kern="1200" dirty="0"/>
            <a:t> Security upgrade (Basic Auth) &amp; automated tests.</a:t>
          </a:r>
        </a:p>
      </dsp:txBody>
      <dsp:txXfrm>
        <a:off x="435483" y="2872904"/>
        <a:ext cx="4829023" cy="459305"/>
      </dsp:txXfrm>
    </dsp:sp>
    <dsp:sp modelId="{6D9A2381-B046-43F3-8A12-161DC11740B8}">
      <dsp:nvSpPr>
        <dsp:cNvPr id="0" name=""/>
        <dsp:cNvSpPr/>
      </dsp:nvSpPr>
      <dsp:spPr>
        <a:xfrm>
          <a:off x="0" y="3447036"/>
          <a:ext cx="5310116" cy="376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FB72B-EF79-4C43-A71F-7F235F8D1E1F}">
      <dsp:nvSpPr>
        <dsp:cNvPr id="0" name=""/>
        <dsp:cNvSpPr/>
      </dsp:nvSpPr>
      <dsp:spPr>
        <a:xfrm>
          <a:off x="114002" y="3531831"/>
          <a:ext cx="207479" cy="20727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F143E-974A-41CA-A5A5-9CD0B78982E4}">
      <dsp:nvSpPr>
        <dsp:cNvPr id="0" name=""/>
        <dsp:cNvSpPr/>
      </dsp:nvSpPr>
      <dsp:spPr>
        <a:xfrm>
          <a:off x="435483" y="3447036"/>
          <a:ext cx="4829023" cy="45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0" tIns="48610" rIns="48610" bIns="486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Commit 2.0:</a:t>
          </a:r>
          <a:r>
            <a:rPr lang="en-US" sz="1400" kern="1200" dirty="0"/>
            <a:t> Frontend dashboard integration.</a:t>
          </a:r>
        </a:p>
      </dsp:txBody>
      <dsp:txXfrm>
        <a:off x="435483" y="3447036"/>
        <a:ext cx="4829023" cy="459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A8E85-432C-7966-7182-8153C813B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36BA0-908C-E682-530A-B2A8853A8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814AD-DE5F-363A-1A08-DD4A5450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E7950-B031-5F15-7548-81987C19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A6DB6-792B-61C8-FF9B-B8F1FF57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5FAAE-0762-FDB3-8178-D681760B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E664E0-D67C-CA99-9F0B-AEAC5569E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7B465-2E9C-63BD-6EC2-6C6684B8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E18A0-A72C-C059-D6E0-B1E8F759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E9959-E537-A8C0-DCF6-19A09445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8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6BD8F-F8DD-51FC-6B18-26F245F6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B5924-0287-3106-E6E7-A6C384F38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8032C-C47A-091A-5567-5CEEED8F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20B6EC-2B02-8945-CBFD-B6745532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D4D7E-4605-CE91-1A17-55BB1BA2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5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B03DB-B3F1-4995-7B86-214FA584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5DEEDB-403B-7138-3E83-457E94671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372D05-2B63-B201-CD0C-9600AA40D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47BF3E-111E-5F4A-F0EC-80F81DD5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61221F-DDA9-DFBC-68DB-138A8DB01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891BC3-2A53-1FE6-1A98-7CFC70A8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9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585A5-D9EB-5487-8491-A6165CEB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0CE0D-1C70-FE6F-A473-B57912FF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421501-BDC0-F40E-A773-2E506AFA5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00DB2A-6872-68BD-8DAF-F31DF4A23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E26C49-2231-3FFD-BD8C-8CD62D180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DF4F66-0743-9FB4-015E-5E01A806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B756E9-5E7A-1A01-B9F2-4B2D88BD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914642-721A-E0FC-E969-28C54506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1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45787-951D-6A1F-278C-ABE5B898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646145-1C25-4651-9636-14A94EF3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BB87B4-57E9-F61C-C5C9-D4D438C13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1AEE20-90EF-E10B-6827-22B78AB8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3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25A802-A80F-D5A9-B4A6-1BDA858B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0B5BB4-5DC0-BF31-80AC-AAFAE1AB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D7C3A-0F04-ECE9-6AAC-CB85EA54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1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F5B32-F1E3-0A70-0DF3-5DCF5AD2F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AE3C5-7AA4-8F46-0B0F-DE0322213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61842E-FF0A-4902-EE13-FE405B347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9E0D5-8206-CEFB-D542-302494E1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6E0699-DE20-4BF1-7347-8CA4B4D5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71A400-BF39-1542-AD2C-E4B495A5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1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55198-D5EA-6000-1201-058DE955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1641F5-FD88-E6CC-27ED-9CC8FBB17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D5431A-60B2-7BF3-AA86-111E21B9B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C57771-6AA6-7764-7685-E4187F51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8A890-4EE4-EB96-2EAE-AB9874A0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C7588C-D780-88E0-F85E-14968E34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A64DF-DF3C-B368-DFB8-9EA85B7E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5BFB8D-0BFB-B447-EEBF-BFC6B54AC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0CE3FD-47ED-6522-6BC0-47850629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26F8AD-FF19-4122-34AB-19C18DB5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56B42-1610-2BBA-60F4-8DE2081C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1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BFEB21-22E1-C510-D58F-939BB97D4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70B9CE-52D2-8E85-D12D-EAD92DDCF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B51735-932C-E3D0-DAFA-FCEC1552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DFFDB4-EB0B-C6CE-F112-D38EF73A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0FB9FA-5927-C01F-8C4A-42CBF90C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6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E44773-2918-5219-57E5-6F586D9C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5D924C-A1FB-1E78-8CD0-4E83F641D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778FA-E85F-47F9-633B-26359501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02EE7-8E47-4290-9174-6932DE837A6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0AE73-A4E0-6BF3-B1A9-AB55C0AD8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CD0C68-0A3E-808E-3CE3-38DFBE851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BB6DC-BFBE-4E81-8BC5-3FBD34B96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7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F7C9EF-7FAA-EF96-E33A-C738CB764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2026 Gaming Laptops Market API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B3C190-FA42-A1B7-DA65-EEE90E404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587" y="1753030"/>
            <a:ext cx="4805691" cy="838831"/>
          </a:xfrm>
        </p:spPr>
        <p:txBody>
          <a:bodyPr anchor="b">
            <a:normAutofit fontScale="70000" lnSpcReduction="20000"/>
          </a:bodyPr>
          <a:lstStyle/>
          <a:p>
            <a:pPr algn="l"/>
            <a:r>
              <a:rPr lang="en-US" sz="1100" dirty="0">
                <a:solidFill>
                  <a:schemeClr val="tx2"/>
                </a:solidFill>
              </a:rPr>
              <a:t>	</a:t>
            </a:r>
            <a:r>
              <a:rPr lang="en-US" sz="2000" dirty="0">
                <a:solidFill>
                  <a:schemeClr val="tx2"/>
                </a:solidFill>
              </a:rPr>
              <a:t>COMP3011 Coursework Presentation</a:t>
            </a:r>
          </a:p>
          <a:p>
            <a:pPr algn="l"/>
            <a:endParaRPr lang="en-US" sz="2000" dirty="0">
              <a:solidFill>
                <a:schemeClr val="tx2"/>
              </a:solidFill>
            </a:endParaRP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	                  [Xu Ji] [201635415]</a:t>
            </a:r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4B16D1F1-3F24-57B4-7EC1-66F01B7EE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5961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9BC315-9F45-6B6A-346A-AABEA9F20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300"/>
              <a:t>Project Overview: What We Built &amp; Achieved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724733-ABE7-7B54-3DB6-2AE86C750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Objective:</a:t>
            </a:r>
            <a:r>
              <a:rPr lang="en-US" sz="1800" dirty="0"/>
              <a:t> A RESTful API to manage and analyze a dataset of ~600 gaming laptops.</a:t>
            </a:r>
          </a:p>
          <a:p>
            <a:r>
              <a:rPr lang="en-US" sz="1800" dirty="0"/>
              <a:t>Core Deliverables:</a:t>
            </a:r>
          </a:p>
          <a:p>
            <a:r>
              <a:rPr lang="en-US" sz="1800" dirty="0"/>
              <a:t>Fully functional backend API.</a:t>
            </a:r>
          </a:p>
          <a:p>
            <a:r>
              <a:rPr lang="en-US" sz="1800" dirty="0"/>
              <a:t>Interactive, server-delivered frontend dashboard.</a:t>
            </a:r>
          </a:p>
          <a:p>
            <a:r>
              <a:rPr lang="en-US" sz="1800" dirty="0"/>
              <a:t>Automated testing suite (</a:t>
            </a:r>
            <a:r>
              <a:rPr lang="en-US" sz="1800" dirty="0" err="1"/>
              <a:t>pytest</a:t>
            </a:r>
            <a:r>
              <a:rPr lang="en-US" sz="1800" dirty="0"/>
              <a:t>).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11092C-FF6C-9AD5-3C7C-E8DA6AD08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702572"/>
            <a:ext cx="5628018" cy="521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7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0944037-1D59-5567-E0A3-8E72860D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Tech Stack &amp; Database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49A2A-F7A9-BCFB-01C9-9B6C9444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Backend:</a:t>
            </a:r>
            <a:r>
              <a:rPr lang="en-US" sz="2000" dirty="0"/>
              <a:t> Python + </a:t>
            </a:r>
            <a:r>
              <a:rPr lang="en-US" sz="2000" dirty="0" err="1"/>
              <a:t>FastAPI</a:t>
            </a:r>
            <a:r>
              <a:rPr lang="en-US" sz="2000" dirty="0"/>
              <a:t> (Fast, async, auto-docs).</a:t>
            </a:r>
          </a:p>
          <a:p>
            <a:r>
              <a:rPr lang="en-US" sz="2000" b="1" dirty="0"/>
              <a:t>Frontend:</a:t>
            </a:r>
            <a:r>
              <a:rPr lang="en-US" sz="2000" dirty="0"/>
              <a:t> Vanilla HTML, Tailwind CSS, Chart.js.</a:t>
            </a:r>
          </a:p>
          <a:p>
            <a:r>
              <a:rPr lang="en-US" sz="2000" b="1" dirty="0"/>
              <a:t>Database:</a:t>
            </a:r>
            <a:r>
              <a:rPr lang="en-US" sz="2000" dirty="0"/>
              <a:t> SQLite3 (Monolithic table, zero-config).</a:t>
            </a:r>
          </a:p>
          <a:p>
            <a:r>
              <a:rPr lang="en-US" sz="2000" b="1" dirty="0"/>
              <a:t>Data Mapping:</a:t>
            </a:r>
            <a:r>
              <a:rPr lang="en-US" sz="2000" dirty="0"/>
              <a:t> Cleaned Kaggle CSV data directly mapped to strict SQL types.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490FC1-6777-D7FD-9357-28D9E496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92435"/>
            <a:ext cx="5150277" cy="24978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92C5B7-2615-1810-79FA-CAB8B8264A89}"/>
              </a:ext>
            </a:extLst>
          </p:cNvPr>
          <p:cNvSpPr txBox="1"/>
          <p:nvPr/>
        </p:nvSpPr>
        <p:spPr>
          <a:xfrm>
            <a:off x="7219178" y="2620986"/>
            <a:ext cx="463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 schema</a:t>
            </a:r>
          </a:p>
        </p:txBody>
      </p:sp>
    </p:spTree>
    <p:extLst>
      <p:ext uri="{BB962C8B-B14F-4D97-AF65-F5344CB8AC3E}">
        <p14:creationId xmlns:p14="http://schemas.microsoft.com/office/powerpoint/2010/main" val="385339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41DD8-690F-0CCA-37C8-697E34C9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629650" cy="920908"/>
          </a:xfrm>
        </p:spPr>
        <p:txBody>
          <a:bodyPr>
            <a:normAutofit/>
          </a:bodyPr>
          <a:lstStyle/>
          <a:p>
            <a:r>
              <a:rPr lang="en-US" sz="3600" dirty="0"/>
              <a:t>Web App Features (API Endpoints)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4EEABE-3141-C7EE-4023-1EF3AD723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76"/>
            <a:ext cx="3854450" cy="213042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Public Access (Data Retrieval):</a:t>
            </a:r>
            <a:endParaRPr lang="en-US" dirty="0"/>
          </a:p>
          <a:p>
            <a:r>
              <a:rPr lang="en-US" dirty="0"/>
              <a:t>GET /laptops: Paginated list &amp; single item lookup.</a:t>
            </a:r>
          </a:p>
          <a:p>
            <a:r>
              <a:rPr lang="en-US" dirty="0"/>
              <a:t>GET /search: Multi-parameter dynamic filtering.</a:t>
            </a:r>
          </a:p>
          <a:p>
            <a:r>
              <a:rPr lang="en-US" dirty="0"/>
              <a:t>GET /analytics/...: SQL aggregations (GROUP BY, HAVING).</a:t>
            </a:r>
          </a:p>
          <a:p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03BBF9-7B80-4763-FFC6-51B0195E3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4576973"/>
            <a:ext cx="4562475" cy="20288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87F6DEE-5846-FD3F-067C-9F8351161B97}"/>
              </a:ext>
            </a:extLst>
          </p:cNvPr>
          <p:cNvSpPr txBox="1"/>
          <p:nvPr/>
        </p:nvSpPr>
        <p:spPr>
          <a:xfrm>
            <a:off x="5689123" y="1441927"/>
            <a:ext cx="4826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Protected Access (State Modification):</a:t>
            </a:r>
            <a:endParaRPr lang="en-US" dirty="0"/>
          </a:p>
          <a:p>
            <a:r>
              <a:rPr lang="en-US" dirty="0"/>
              <a:t>POST, PUT, DELETE routes.</a:t>
            </a:r>
          </a:p>
          <a:p>
            <a:r>
              <a:rPr lang="en-US" i="1" dirty="0"/>
              <a:t>Secured via HTTP Basic Authentication.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CB38575-2CA3-25A8-D35A-8F86E784E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561" y="2362834"/>
            <a:ext cx="4419600" cy="4095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0FCE186-BE6A-7657-F1DA-A9CD8E09B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561" y="2820987"/>
            <a:ext cx="4371975" cy="10191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5973759-C7CC-8EE4-1172-2410D0A16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" y="3621087"/>
            <a:ext cx="4562475" cy="4381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0387B43-7598-C4B9-B511-D41E140F2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2" y="4055426"/>
            <a:ext cx="4562475" cy="44767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F577ACC-E5AD-9319-D58A-C397FE9CA336}"/>
              </a:ext>
            </a:extLst>
          </p:cNvPr>
          <p:cNvSpPr txBox="1"/>
          <p:nvPr/>
        </p:nvSpPr>
        <p:spPr>
          <a:xfrm>
            <a:off x="5689122" y="3996055"/>
            <a:ext cx="372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searching laptops: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08570FA-7309-8324-BAE8-A0CC17F96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739" y="4365387"/>
            <a:ext cx="5955379" cy="240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9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3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25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5DB4ED-C3F7-143E-F240-5E89878B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609600"/>
            <a:ext cx="5310116" cy="1322887"/>
          </a:xfrm>
        </p:spPr>
        <p:txBody>
          <a:bodyPr>
            <a:normAutofit/>
          </a:bodyPr>
          <a:lstStyle/>
          <a:p>
            <a:r>
              <a:rPr lang="en-US"/>
              <a:t>Version Control &amp; Deployment</a:t>
            </a:r>
            <a:endParaRPr 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63BD2D1-26E0-6D57-B666-A9BABC1EA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1" y="309804"/>
            <a:ext cx="3494932" cy="6078143"/>
          </a:xfrm>
          <a:prstGeom prst="rect">
            <a:avLst/>
          </a:prstGeom>
        </p:spPr>
      </p:pic>
      <p:graphicFrame>
        <p:nvGraphicFramePr>
          <p:cNvPr id="38" name="内容占位符 2">
            <a:extLst>
              <a:ext uri="{FF2B5EF4-FFF2-40B4-BE49-F238E27FC236}">
                <a16:creationId xmlns:a16="http://schemas.microsoft.com/office/drawing/2014/main" id="{B3025DD9-F1FD-59DA-29E3-A8C59815B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490988"/>
              </p:ext>
            </p:extLst>
          </p:nvPr>
        </p:nvGraphicFramePr>
        <p:xfrm>
          <a:off x="5867400" y="2194102"/>
          <a:ext cx="5310116" cy="3908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325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8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21ECB88-576D-0278-DC03-2A934255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GenAI Integration &amp; Human Oversight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A2FE70-E4AC-3387-8C4C-BFDE04B65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Generative AI Contribution</a:t>
            </a:r>
          </a:p>
          <a:p>
            <a:r>
              <a:rPr lang="en-US" sz="2000" b="1" dirty="0"/>
              <a:t>Role of AI:</a:t>
            </a:r>
            <a:r>
              <a:rPr lang="en-US" sz="2000" dirty="0"/>
              <a:t> Used as a concept explainer, designer and accelerator.</a:t>
            </a:r>
          </a:p>
          <a:p>
            <a:r>
              <a:rPr lang="en-US" sz="2000" b="1" dirty="0"/>
              <a:t>What AI Did:</a:t>
            </a:r>
            <a:r>
              <a:rPr lang="en-US" sz="2000" dirty="0"/>
              <a:t> Planning the development cycle, p</a:t>
            </a:r>
            <a:r>
              <a:rPr lang="en-US" altLang="zh-CN" sz="2000" dirty="0"/>
              <a:t>rototype the</a:t>
            </a:r>
            <a:r>
              <a:rPr lang="en-US" sz="2000" dirty="0"/>
              <a:t> database, </a:t>
            </a:r>
            <a:r>
              <a:rPr lang="en-US" sz="2000" dirty="0" err="1"/>
              <a:t>FastAPI</a:t>
            </a:r>
            <a:r>
              <a:rPr lang="en-US" sz="2000" dirty="0"/>
              <a:t>, initial data cleaning scripts, and frontend CSS layouts.</a:t>
            </a:r>
          </a:p>
          <a:p>
            <a:r>
              <a:rPr lang="en-US" sz="2000" b="1" dirty="0"/>
              <a:t>Human Oversight:</a:t>
            </a:r>
            <a:endParaRPr lang="en-US" sz="2000" dirty="0"/>
          </a:p>
          <a:p>
            <a:r>
              <a:rPr lang="en-US" sz="2000" dirty="0"/>
              <a:t>Identified and fixed AI's database schema flaws.</a:t>
            </a:r>
          </a:p>
          <a:p>
            <a:r>
              <a:rPr lang="en-US" sz="2000" dirty="0"/>
              <a:t>Refactored naive queries into secure, parameterized SQL to prevent injection.</a:t>
            </a:r>
          </a:p>
          <a:p>
            <a:r>
              <a:rPr lang="en-US" sz="2000" dirty="0"/>
              <a:t>Implemented Basic Auth middleware that the initial AI prototype lacked.</a:t>
            </a:r>
          </a:p>
          <a:p>
            <a:endParaRPr lang="en-US" sz="2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5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863ECEE-3041-84B7-F008-A221E88E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46EA6-CAB5-4BCD-C737-A6014730C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questions?</a:t>
            </a:r>
          </a:p>
        </p:txBody>
      </p:sp>
      <p:sp>
        <p:nvSpPr>
          <p:cNvPr id="40" name="Freeform: Shape 3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3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Block Arc 3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3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48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宽屏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主题​​</vt:lpstr>
      <vt:lpstr>2026 Gaming Laptops Market API</vt:lpstr>
      <vt:lpstr>Project Overview: What We Built &amp; Achieved</vt:lpstr>
      <vt:lpstr>Tech Stack &amp; Database Architecture</vt:lpstr>
      <vt:lpstr>Web App Features (API Endpoints)</vt:lpstr>
      <vt:lpstr>Version Control &amp; Deployment</vt:lpstr>
      <vt:lpstr>GenAI Integration &amp; Human Oversight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序 汲</dc:creator>
  <cp:lastModifiedBy>序 汲</cp:lastModifiedBy>
  <cp:revision>3</cp:revision>
  <dcterms:created xsi:type="dcterms:W3CDTF">2026-03-20T00:39:41Z</dcterms:created>
  <dcterms:modified xsi:type="dcterms:W3CDTF">2026-03-20T01:53:17Z</dcterms:modified>
</cp:coreProperties>
</file>